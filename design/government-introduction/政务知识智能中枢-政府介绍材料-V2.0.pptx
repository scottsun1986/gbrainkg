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n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per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ollab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as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政务知识智能中枢——政府介绍材料</dc:title>
  <dc:subject>企业级知识库与可信问答平台</dc:subject>
  <dc:creator>GBrain Knowledge Platform</dc:creator>
  <cp:keywords/>
  <dc:description>基于项目当前权限管理、入库、检索和局域网部署能力制作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